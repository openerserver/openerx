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e6c970c2b4f3b" /><Relationship Type="http://schemas.openxmlformats.org/officeDocument/2006/relationships/extended-properties" Target="/docProps/app.xml" Id="R23fa48931d71474f" /><Relationship Type="http://schemas.openxmlformats.org/officeDocument/2006/relationships/officeDocument" Target="/ppt/presentation.xml" Id="Recae98fcde18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bc01cb65942e6"/>
  </p:sldMasterIdLst>
  <p:notesMasterIdLst>
    <p:notesMasterId xmlns:r="http://schemas.openxmlformats.org/officeDocument/2006/relationships" r:id="R4ee183c1c3344dba"/>
  </p:notesMasterIdLst>
  <p:sldIdLst>
    <p:sldId xmlns:r="http://schemas.openxmlformats.org/officeDocument/2006/relationships" id="256" r:id="R83aa20e747ea47e9"/>
    <p:sldId xmlns:r="http://schemas.openxmlformats.org/officeDocument/2006/relationships" id="257" r:id="Rd17b92a7e6f64523"/>
    <p:sldId xmlns:r="http://schemas.openxmlformats.org/officeDocument/2006/relationships" id="258" r:id="R2f9a9def10f94313"/>
    <p:sldId xmlns:r="http://schemas.openxmlformats.org/officeDocument/2006/relationships" id="259" r:id="Rca1e6da5f64045fa"/>
    <p:sldId xmlns:r="http://schemas.openxmlformats.org/officeDocument/2006/relationships" id="260" r:id="R52829f54ca434905"/>
    <p:sldId xmlns:r="http://schemas.openxmlformats.org/officeDocument/2006/relationships" id="261" r:id="Rf95db76850cf41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75089b4f24950" /><Relationship Type="http://schemas.openxmlformats.org/officeDocument/2006/relationships/slideMaster" Target="/ppt/slideMasters/slideMaster1.xml" Id="Rb47bc01cb65942e6" /><Relationship Type="http://schemas.openxmlformats.org/officeDocument/2006/relationships/notesMaster" Target="/ppt/notesMasters/notesMaster1.xml" Id="R4ee183c1c3344dba" /><Relationship Type="http://schemas.openxmlformats.org/officeDocument/2006/relationships/presProps" Target="/ppt/presProps.xml" Id="Rc2378241748f4f0a" /><Relationship Type="http://schemas.openxmlformats.org/officeDocument/2006/relationships/tableStyles" Target="/ppt/tableStyles.xml" Id="R897886a829c04f77" /><Relationship Type="http://schemas.openxmlformats.org/officeDocument/2006/relationships/slide" Target="/ppt/slides/slide1.xml" Id="R83aa20e747ea47e9" /><Relationship Type="http://schemas.openxmlformats.org/officeDocument/2006/relationships/slide" Target="/ppt/slides/slide2.xml" Id="Rd17b92a7e6f64523" /><Relationship Type="http://schemas.openxmlformats.org/officeDocument/2006/relationships/slide" Target="/ppt/slides/slide3.xml" Id="R2f9a9def10f94313" /><Relationship Type="http://schemas.openxmlformats.org/officeDocument/2006/relationships/slide" Target="/ppt/slides/slide4.xml" Id="Rca1e6da5f64045fa" /><Relationship Type="http://schemas.openxmlformats.org/officeDocument/2006/relationships/slide" Target="/ppt/slides/slide5.xml" Id="R52829f54ca434905" /><Relationship Type="http://schemas.openxmlformats.org/officeDocument/2006/relationships/slide" Target="/ppt/slides/slide6.xml" Id="Rf95db76850cf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a00c5bb541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f87fb4e3954ddd" /><Relationship Type="http://schemas.openxmlformats.org/officeDocument/2006/relationships/notesMaster" Target="/ppt/notesMasters/notesMaster1.xml" Id="R7e037fc47cde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16fe1034a41ab" /><Relationship Type="http://schemas.openxmlformats.org/officeDocument/2006/relationships/notesMaster" Target="/ppt/notesMasters/notesMaster1.xml" Id="R97cf6847e539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c15d5047b14282" /><Relationship Type="http://schemas.openxmlformats.org/officeDocument/2006/relationships/notesMaster" Target="/ppt/notesMasters/notesMaster1.xml" Id="R19c3fd3f98c5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1208c23cf4c57" /><Relationship Type="http://schemas.openxmlformats.org/officeDocument/2006/relationships/notesMaster" Target="/ppt/notesMasters/notesMaster1.xml" Id="R41c41d8ae0c040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fcaf98033d4d47" /><Relationship Type="http://schemas.openxmlformats.org/officeDocument/2006/relationships/notesMaster" Target="/ppt/notesMasters/notesMaster1.xml" Id="Re91fe8580516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00870b5dc4950" /><Relationship Type="http://schemas.openxmlformats.org/officeDocument/2006/relationships/notesMaster" Target="/ppt/notesMasters/notesMaster1.xml" Id="R887e08de34324f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1688530a843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cff30e133410f" /><Relationship Type="http://schemas.openxmlformats.org/officeDocument/2006/relationships/slideLayout" Target="/ppt/slideLayouts/slideLayout1.xml" Id="Rc7bd53384ff1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d53384ff1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7c78aba854ccf" /><Relationship Type="http://schemas.openxmlformats.org/officeDocument/2006/relationships/notesSlide" Target="/ppt/notesSlides/notesSlide1.xml" Id="Rdfe339b42e214d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ea2cad9644074" /><Relationship Type="http://schemas.openxmlformats.org/officeDocument/2006/relationships/notesSlide" Target="/ppt/notesSlides/notesSlide2.xml" Id="Re49131899789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e1bdf4ad4af6" /><Relationship Type="http://schemas.openxmlformats.org/officeDocument/2006/relationships/notesSlide" Target="/ppt/notesSlides/notesSlide3.xml" Id="R7ca3508155384e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21dfc1a541bf" /><Relationship Type="http://schemas.openxmlformats.org/officeDocument/2006/relationships/notesSlide" Target="/ppt/notesSlides/notesSlide4.xml" Id="R8fa5b2f6a10e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05c944a44f68" /><Relationship Type="http://schemas.openxmlformats.org/officeDocument/2006/relationships/notesSlide" Target="/ppt/notesSlides/notesSlide5.xml" Id="R8b4cef2589b0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b72e0b4e74eea" /><Relationship Type="http://schemas.openxmlformats.org/officeDocument/2006/relationships/notesSlide" Target="/ppt/notesSlides/notesSlide6.xml" Id="R7eac62120a50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1">
            <a:extLst xmlns:a="http://schemas.openxmlformats.org/drawingml/2006/main">
              <a:ext uri="{FF2B5EF4-FFF2-40B4-BE49-F238E27FC236}">
                <a16:creationId xmlns:a16="http://schemas.microsoft.com/office/drawing/2014/main" id="{4435D679-4CA9-42F4-8135-6E90CB69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E0B6"/>
                </a:solidFill>
              </a:defRPr>
            </a:pPr>
            <a:r>
              <a:rPr sz="1200" b="1">
                <a:solidFill>
                  <a:srgbClr val="9FE0B6"/>
                </a:solidFill>
              </a:rPr>
              <a:t>OPENERX 2.0 · FILE &amp; ARTIFACT ALPHA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ECFD4F5-9655-4C83-8A21-DB53904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M4 makes files safe to use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9FC4597-860F-4B30-804E-189DA89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BE3"/>
                </a:solidFill>
              </a:defRPr>
            </a:pPr>
            <a:r>
              <a:rPr sz="1800">
                <a:solidFill>
                  <a:srgbClr val="DCEBE3"/>
                </a:solidFill>
              </a:rPr>
              <a:t>A six-slide fixture for parsing, rendering and download evidence.</a:t>
            </a:r>
          </a:p>
        </p:txBody>
      </p:sp>
      <p:sp>
        <p:nvSpPr>
          <p:cNvPr id="4" name="rule-1">
            <a:extLst xmlns:a="http://schemas.openxmlformats.org/drawingml/2006/main">
              <a:ext uri="{FF2B5EF4-FFF2-40B4-BE49-F238E27FC236}">
                <a16:creationId xmlns:a16="http://schemas.microsoft.com/office/drawing/2014/main" id="{E3499A8E-9F15-42E9-AFB0-950FE6EC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165B39D7-897B-47EB-9664-FF659F5A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7502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2">
            <a:extLst xmlns:a="http://schemas.openxmlformats.org/drawingml/2006/main">
              <a:ext uri="{FF2B5EF4-FFF2-40B4-BE49-F238E27FC236}">
                <a16:creationId xmlns:a16="http://schemas.microsoft.com/office/drawing/2014/main" id="{A62E0703-55C1-4500-8413-E31C333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068"/>
                </a:solidFill>
              </a:defRPr>
            </a:pPr>
            <a:r>
              <a:rPr sz="1200" b="1">
                <a:solidFill>
                  <a:srgbClr val="4E8068"/>
                </a:solidFill>
              </a:rPr>
              <a:t>M4 EVIDENCE · 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94AF3B4-4211-44C9-A6C7-008BF96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72B"/>
                </a:solidFill>
              </a:defRPr>
            </a:pPr>
            <a:r>
              <a:rPr sz="3450" b="1">
                <a:solidFill>
                  <a:srgbClr val="14372B"/>
                </a:solidFill>
              </a:rPr>
              <a:t>Original access and working copies are separate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F018C4A6-5668-4E3E-939B-CD4BA0B3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45B"/>
                </a:solidFill>
              </a:defRPr>
            </a:pPr>
            <a:r>
              <a:rPr sz="1800">
                <a:solidFill>
                  <a:srgbClr val="52645B"/>
                </a:solidFill>
              </a:rPr>
              <a:t>A revoked path grant never invalidates the controlled copy.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45ABC465-77C3-4F78-B6AB-C1DC73B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2">
            <a:extLst xmlns:a="http://schemas.openxmlformats.org/drawingml/2006/main">
              <a:ext uri="{FF2B5EF4-FFF2-40B4-BE49-F238E27FC236}">
                <a16:creationId xmlns:a16="http://schemas.microsoft.com/office/drawing/2014/main" id="{1763B47A-6513-4336-B044-9D9E446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8A57E"/>
                </a:solidFill>
              </a:defRPr>
            </a:pPr>
            <a:r>
              <a:rPr sz="1800" b="1">
                <a:solidFill>
                  <a:srgbClr val="68A57E"/>
                </a:solidFill>
              </a:rPr>
              <a:t>SOURCE</a:t>
            </a:r>
          </a:p>
        </p:txBody>
      </p:sp>
      <p:sp>
        <p:nvSpPr>
          <p:cNvPr id="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2F7617B4-D2AE-4515-BBFE-015496C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9800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3">
            <a:extLst xmlns:a="http://schemas.openxmlformats.org/drawingml/2006/main">
              <a:ext uri="{FF2B5EF4-FFF2-40B4-BE49-F238E27FC236}">
                <a16:creationId xmlns:a16="http://schemas.microsoft.com/office/drawing/2014/main" id="{91E71B05-DF28-40A7-9D7E-334928C6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068"/>
                </a:solidFill>
              </a:defRPr>
            </a:pPr>
            <a:r>
              <a:rPr sz="1200" b="1">
                <a:solidFill>
                  <a:srgbClr val="4E8068"/>
                </a:solidFill>
              </a:rPr>
              <a:t>M4 EVIDENCE · 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6F64CCB-B560-4917-90C0-5390516B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72B"/>
                </a:solidFill>
              </a:defRPr>
            </a:pPr>
            <a:r>
              <a:rPr sz="3450" b="1">
                <a:solidFill>
                  <a:srgbClr val="14372B"/>
                </a:solidFill>
              </a:rPr>
              <a:t>Citations stay attached to source locations</a:t>
            </a:r>
          </a:p>
        </p:txBody>
      </p:sp>
      <p:sp>
        <p:nvSpPr>
          <p:cNvPr id="3" name="body-3">
            <a:extLst xmlns:a="http://schemas.openxmlformats.org/drawingml/2006/main">
              <a:ext uri="{FF2B5EF4-FFF2-40B4-BE49-F238E27FC236}">
                <a16:creationId xmlns:a16="http://schemas.microsoft.com/office/drawing/2014/main" id="{107BC47A-5B25-42ED-8E9F-3697D70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45B"/>
                </a:solidFill>
              </a:defRPr>
            </a:pPr>
            <a:r>
              <a:rPr sz="1800">
                <a:solidFill>
                  <a:srgbClr val="52645B"/>
                </a:solidFill>
              </a:rPr>
              <a:t>Pages, sheet ranges, slides and text lines remain addressable.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7A1DB04C-E4CE-49FE-8F59-5B22A9B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3">
            <a:extLst xmlns:a="http://schemas.openxmlformats.org/drawingml/2006/main">
              <a:ext uri="{FF2B5EF4-FFF2-40B4-BE49-F238E27FC236}">
                <a16:creationId xmlns:a16="http://schemas.microsoft.com/office/drawing/2014/main" id="{26DAE1D4-25E8-4268-B1CA-732229B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8A57E"/>
                </a:solidFill>
              </a:defRPr>
            </a:pPr>
            <a:r>
              <a:rPr sz="1800" b="1">
                <a:solidFill>
                  <a:srgbClr val="68A57E"/>
                </a:solidFill>
              </a:rPr>
              <a:t>REFERENCE</a:t>
            </a:r>
          </a:p>
        </p:txBody>
      </p:sp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6E0A3D5-F8E9-4BD8-AA21-BFA61AD9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909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4">
            <a:extLst xmlns:a="http://schemas.openxmlformats.org/drawingml/2006/main">
              <a:ext uri="{FF2B5EF4-FFF2-40B4-BE49-F238E27FC236}">
                <a16:creationId xmlns:a16="http://schemas.microsoft.com/office/drawing/2014/main" id="{B148C424-1356-41F7-9F4C-6DF70A22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068"/>
                </a:solidFill>
              </a:defRPr>
            </a:pPr>
            <a:r>
              <a:rPr sz="1200" b="1">
                <a:solidFill>
                  <a:srgbClr val="4E8068"/>
                </a:solidFill>
              </a:rPr>
              <a:t>M4 EVIDENCE · 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7F842A3-EE00-4E95-BC58-40648FFB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72B"/>
                </a:solidFill>
              </a:defRPr>
            </a:pPr>
            <a:r>
              <a:rPr sz="3450" b="1">
                <a:solidFill>
                  <a:srgbClr val="14372B"/>
                </a:solidFill>
              </a:rPr>
              <a:t>Artifacts grow through immutable versions</a:t>
            </a:r>
          </a:p>
        </p:txBody>
      </p:sp>
      <p:sp>
        <p:nvSpPr>
          <p:cNvPr id="3" name="body-4">
            <a:extLst xmlns:a="http://schemas.openxmlformats.org/drawingml/2006/main">
              <a:ext uri="{FF2B5EF4-FFF2-40B4-BE49-F238E27FC236}">
                <a16:creationId xmlns:a16="http://schemas.microsoft.com/office/drawing/2014/main" id="{B3D19BAC-D123-405B-B836-C41B19D0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45B"/>
                </a:solidFill>
              </a:defRPr>
            </a:pPr>
            <a:r>
              <a:rPr sz="1800">
                <a:solidFill>
                  <a:srgbClr val="52645B"/>
                </a:solidFill>
              </a:rPr>
              <a:t>Approved changes append v2, v3 and beyond instead of replacing v1.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1595BB9F-45BC-4BAD-8B5B-A7E61246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4">
            <a:extLst xmlns:a="http://schemas.openxmlformats.org/drawingml/2006/main">
              <a:ext uri="{FF2B5EF4-FFF2-40B4-BE49-F238E27FC236}">
                <a16:creationId xmlns:a16="http://schemas.microsoft.com/office/drawing/2014/main" id="{0792144B-13EE-468B-9933-AE4350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8A57E"/>
                </a:solidFill>
              </a:defRPr>
            </a:pPr>
            <a:r>
              <a:rPr sz="1800" b="1">
                <a:solidFill>
                  <a:srgbClr val="68A57E"/>
                </a:solidFill>
              </a:rPr>
              <a:t>VERSION</a:t>
            </a:r>
          </a:p>
        </p:txBody>
      </p:sp>
      <p:sp>
        <p:nvSpPr>
          <p:cNvPr id="6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3B2C843-197A-4A92-9E2F-12DCDFF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0097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5">
            <a:extLst xmlns:a="http://schemas.openxmlformats.org/drawingml/2006/main">
              <a:ext uri="{FF2B5EF4-FFF2-40B4-BE49-F238E27FC236}">
                <a16:creationId xmlns:a16="http://schemas.microsoft.com/office/drawing/2014/main" id="{C5F63EE5-7C62-4378-BCF7-4F1E08AA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068"/>
                </a:solidFill>
              </a:defRPr>
            </a:pPr>
            <a:r>
              <a:rPr sz="1200" b="1">
                <a:solidFill>
                  <a:srgbClr val="4E8068"/>
                </a:solidFill>
              </a:rPr>
              <a:t>M4 EVIDENCE · 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64A83B7-501F-4937-9676-8BCA1B4E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72B"/>
                </a:solidFill>
              </a:defRPr>
            </a:pPr>
            <a:r>
              <a:rPr sz="3450" b="1">
                <a:solidFill>
                  <a:srgbClr val="14372B"/>
                </a:solidFill>
              </a:rPr>
              <a:t>Cloud sync moves objects, never device grants</a:t>
            </a:r>
          </a:p>
        </p:txBody>
      </p:sp>
      <p:sp>
        <p:nvSpPr>
          <p:cNvPr id="3" name="body-5">
            <a:extLst xmlns:a="http://schemas.openxmlformats.org/drawingml/2006/main">
              <a:ext uri="{FF2B5EF4-FFF2-40B4-BE49-F238E27FC236}">
                <a16:creationId xmlns:a16="http://schemas.microsoft.com/office/drawing/2014/main" id="{A7CBA8DE-F754-404B-845C-E73FEBC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45B"/>
                </a:solidFill>
              </a:defRPr>
            </a:pPr>
            <a:r>
              <a:rPr sz="1800">
                <a:solidFill>
                  <a:srgbClr val="52645B"/>
                </a:solidFill>
              </a:rPr>
              <a:t>A second device downloads account-scoped bytes and requests its own local access.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E97D8BEF-0195-427F-96ED-FD7CDB84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5">
            <a:extLst xmlns:a="http://schemas.openxmlformats.org/drawingml/2006/main">
              <a:ext uri="{FF2B5EF4-FFF2-40B4-BE49-F238E27FC236}">
                <a16:creationId xmlns:a16="http://schemas.microsoft.com/office/drawing/2014/main" id="{B0FE4EDD-516F-48D5-8E2D-C53365EF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8A57E"/>
                </a:solidFill>
              </a:defRPr>
            </a:pPr>
            <a:r>
              <a:rPr sz="1800" b="1">
                <a:solidFill>
                  <a:srgbClr val="68A57E"/>
                </a:solidFill>
              </a:rPr>
              <a:t>ACCOUNT</a:t>
            </a:r>
          </a:p>
        </p:txBody>
      </p:sp>
      <p:sp>
        <p:nvSpPr>
          <p:cNvPr id="6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42D6AA4-6CEF-4128-913A-42B9F1B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7661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3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6">
            <a:extLst xmlns:a="http://schemas.openxmlformats.org/drawingml/2006/main">
              <a:ext uri="{FF2B5EF4-FFF2-40B4-BE49-F238E27FC236}">
                <a16:creationId xmlns:a16="http://schemas.microsoft.com/office/drawing/2014/main" id="{1FC21EE1-DFA7-4566-90FA-8FE7E79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E0B6"/>
                </a:solidFill>
              </a:defRPr>
            </a:pPr>
            <a:r>
              <a:rPr sz="1200" b="1">
                <a:solidFill>
                  <a:srgbClr val="9FE0B6"/>
                </a:solidFill>
              </a:rPr>
              <a:t>M4 EVIDENCE · 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DB3EA90-1A45-4872-9BA1-7983AFD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M4 gate closes on reproducible evidence</a:t>
            </a:r>
          </a:p>
        </p:txBody>
      </p:sp>
      <p:sp>
        <p:nvSpPr>
          <p:cNvPr id="3" name="body-6">
            <a:extLst xmlns:a="http://schemas.openxmlformats.org/drawingml/2006/main">
              <a:ext uri="{FF2B5EF4-FFF2-40B4-BE49-F238E27FC236}">
                <a16:creationId xmlns:a16="http://schemas.microsoft.com/office/drawing/2014/main" id="{A0372A73-1BE3-4839-AF3D-BAD61AB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BE3"/>
                </a:solidFill>
              </a:defRPr>
            </a:pPr>
            <a:r>
              <a:rPr sz="1800">
                <a:solidFill>
                  <a:srgbClr val="DCEBE3"/>
                </a:solidFill>
              </a:rPr>
              <a:t>Ten Golden tasks and eight capability gates must pass together.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C7C834DA-2C55-4C4D-90C3-65E889C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C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69565C4-C71E-49B2-BDD8-A8412CE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0A1B9"/>
                </a:solidFill>
              </a:defRPr>
            </a:pPr>
            <a:r>
              <a:rPr sz="1125" b="1">
                <a:solidFill>
                  <a:srgbClr val="90A1B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97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2026-08-25T15:44:32.3580000Z</dcterms:created>
  <dcterms:modified xsi:type="dcterms:W3CDTF">2026-08-25T15:44:32.3580000Z</dcterms:modified>
</coreProperties>
</file>